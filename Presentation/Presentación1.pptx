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90575-2697-E041-59CA-BF40EF703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63F237-D4E7-CA48-3B0F-4B42105D3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433D6C-66DF-87D2-9A7B-CADC0B888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57DEA0-BC78-9D03-0CF0-37B3C706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55FD3F-3F07-56C5-2AB7-53F45A00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877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F1717-94C2-7910-3151-E339783A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0EF473-E02A-A8E2-0230-73B282D4A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02D75D-8C4E-70B2-91DB-4DFDECB2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5223F9-98E7-1FE4-E5C3-F8A34318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DDD6D9-BB2D-EFB5-6EE2-A874DA44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162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C727A-3C56-709C-4F72-F214307D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3F3D22-E1D7-6FE2-65A6-FA6A11555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92294E-5FEC-22F2-D9AA-35BFCF79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DDECE1-F0A9-E95C-6C1F-FB102842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5C819B-C426-CF25-4E16-111BF984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29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9642E-360A-06FA-6F09-BD57ABF71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D77D0-5615-A8A0-4FA2-5AF28329A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04FB35-F018-F560-ECC3-60ED4831B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3A13B5-8B34-2A12-362D-03C259E9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CE1F26-E5C0-B955-1F9F-17EB21BF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F49B8B-C98A-9EEF-2DE5-D6FF8004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163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B2D47-A870-1286-2A4F-CC2CC778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D34229-EF88-BD40-F93E-9FAD2BC33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3C1E05-8DB9-63F7-0993-D5DE35AD4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684B70-B8C7-2903-8BC8-1A5B32D9A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582353-1AF0-5E83-1EA8-1DC5F20D5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C40CF5-9049-D554-ACF5-C69000E9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830EA6-6EA7-3EE9-14B9-EC45405A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44D393-B19D-87DA-98FB-19B1C525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2229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32EF4-2444-CCA5-CAA7-6C91C397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E344C64-2457-733D-E1F8-EBC72491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193543-8B52-0900-6FD6-48EC4E0E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7E7DDD-E09D-4776-4379-9D35B3A7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661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58437C-E577-9F68-277B-7B03858B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89E32D-65F8-F6BA-96D3-8C0C2AD5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E728EA-12CB-48BF-0478-30C5B459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697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C567F-9977-586E-4CBD-D3996E279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3CC69-BB2E-F8FD-F241-B86BB207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0DF382-85FC-7312-88D4-615BEC693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8CC11E-3D24-62F6-6879-D2FC47F90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7C200F-68D4-4693-CAD8-977BE964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753172-42B5-1365-E790-6BA233D1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857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5BE08-18D5-5EC9-74FA-A80A2758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AACFFD-A0B8-F247-15FF-FA2F000FE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C89248-016D-1A64-2614-39AE72AD8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B1A86D-0287-8980-3BE4-E659CE1A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35B038-112C-4186-7333-BFE41E64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B8332F-D02E-E5A2-3765-9BFB3184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337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8AA44-1C7F-8BA2-3745-AD1C7909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4F1E0B-E56E-9008-1079-648195996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0B81E1-0E6C-C6B4-4172-475D325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415EED-98AD-526E-AAD3-C6E5E9EE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418782-6402-73CF-58DB-7205FC48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022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90F4C5-5C46-3690-C4A1-EEE9EF99C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5A1961-0AA3-3027-F91E-C35168157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2F3429-AE94-83D3-F7EE-A3F68B89B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3B7928-AFAA-F1FA-44CA-D1CC7D4D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52462-3603-B12F-5C12-B92B3622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827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A54D81-6F70-59CA-FE3F-B3D05656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4D279C-8645-E1F8-CF0A-8A3AE8AD7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420CB-17CD-EF6C-A5A3-5DC6E148F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6958E-FDE0-BE42-8BCA-1DBB32DDF6B2}" type="datetimeFigureOut">
              <a:rPr lang="es-MX" smtClean="0"/>
              <a:t>09/09/24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34CB0-38C7-C793-F7AE-ACE6806BF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52D07E-306B-8BDC-E581-E10ABD04F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28C2F-5817-4C4F-AE10-2170D11A4CE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099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2DF34-E781-215A-18A1-A918F7FDBF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F5344E-5F71-8CA0-7330-4D3F5E8ED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AB53486-A2C9-F178-F9F3-DF6B56A81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0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4F8BD1F6-03C0-A829-014D-E19167603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3623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9B28F3B-631E-2AE4-5520-AFEB0964FC02}"/>
              </a:ext>
            </a:extLst>
          </p:cNvPr>
          <p:cNvSpPr txBox="1"/>
          <p:nvPr/>
        </p:nvSpPr>
        <p:spPr>
          <a:xfrm>
            <a:off x="5799438" y="135924"/>
            <a:ext cx="55317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effectLst/>
                <a:latin typeface="Barlow SemiBold" pitchFamily="2" charset="77"/>
              </a:rPr>
              <a:t>Literature Review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Causal Inference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Optimal Bandwidth</a:t>
            </a:r>
          </a:p>
          <a:p>
            <a:r>
              <a:rPr lang="es-MX" sz="1200" b="1" dirty="0">
                <a:effectLst/>
                <a:latin typeface="Barlow SemiBold" pitchFamily="2" charset="77"/>
              </a:rPr>
              <a:t>Methods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Differences-in-Differences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Setup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Identification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Estimation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Regression Discontinuity Design 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Setup 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Identification 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Estimation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Difference-in-Discontinuities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Setup 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Identification </a:t>
            </a:r>
          </a:p>
          <a:p>
            <a:r>
              <a:rPr lang="es-MX" sz="1200" b="1" dirty="0">
                <a:effectLst/>
                <a:latin typeface="Barlow SemiBold" pitchFamily="2" charset="77"/>
              </a:rPr>
              <a:t>Diff-in-Disc Estimation 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Local Linear Regression 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Optimal Bandwidth 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Plug-in Estimator (Imbens &amp; Kalyanaraman, 2012)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Robust Bias-Corrected Estimator (Calonico et al., 2014) 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Adaptive Stochastic Gradient Descent </a:t>
            </a:r>
          </a:p>
          <a:p>
            <a:r>
              <a:rPr lang="es-MX" sz="1200" b="1" dirty="0">
                <a:effectLst/>
                <a:latin typeface="Barlow SemiBold" pitchFamily="2" charset="77"/>
              </a:rPr>
              <a:t>Simulation 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Data 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Results 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Biased Results for RD and DiD </a:t>
            </a:r>
          </a:p>
          <a:p>
            <a:pPr lvl="2"/>
            <a:r>
              <a:rPr lang="es-MX" sz="1200" dirty="0">
                <a:effectLst/>
                <a:latin typeface="Barlow" pitchFamily="2" charset="77"/>
              </a:rPr>
              <a:t>Diff-in-Disc results for different Bandwidth Estimators </a:t>
            </a:r>
          </a:p>
          <a:p>
            <a:r>
              <a:rPr lang="es-MX" sz="1200" b="1" dirty="0">
                <a:effectLst/>
                <a:latin typeface="Barlow SemiBold" pitchFamily="2" charset="77"/>
              </a:rPr>
              <a:t>Application - Estimating the Effect of Rent Control in Paris on Real Estate Prices 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Context 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Data </a:t>
            </a:r>
          </a:p>
          <a:p>
            <a:pPr lvl="1"/>
            <a:r>
              <a:rPr lang="es-MX" sz="1200" dirty="0">
                <a:effectLst/>
                <a:latin typeface="Barlow" pitchFamily="2" charset="77"/>
              </a:rPr>
              <a:t>Diff-in-Disc Analysis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46311A-2835-A02A-23D4-883E1B98946E}"/>
              </a:ext>
            </a:extLst>
          </p:cNvPr>
          <p:cNvSpPr txBox="1"/>
          <p:nvPr/>
        </p:nvSpPr>
        <p:spPr>
          <a:xfrm>
            <a:off x="1952368" y="135924"/>
            <a:ext cx="288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408943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034E-0A80-C17D-A662-05C79C81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5CDA8511-C496-27F3-FBB2-C7A5CCBD9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3623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A12F6EF-CBB4-A81E-FECF-E7BF5BE1121C}"/>
              </a:ext>
            </a:extLst>
          </p:cNvPr>
          <p:cNvSpPr txBox="1"/>
          <p:nvPr/>
        </p:nvSpPr>
        <p:spPr>
          <a:xfrm>
            <a:off x="1952368" y="135924"/>
            <a:ext cx="288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effectLst/>
                <a:latin typeface="Helvetica" pitchFamily="2" charset="0"/>
              </a:rPr>
              <a:t>Revue de littérature</a:t>
            </a:r>
          </a:p>
        </p:txBody>
      </p:sp>
    </p:spTree>
    <p:extLst>
      <p:ext uri="{BB962C8B-B14F-4D97-AF65-F5344CB8AC3E}">
        <p14:creationId xmlns:p14="http://schemas.microsoft.com/office/powerpoint/2010/main" val="15642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15C98-8E3A-2B62-5E82-E1771CC9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A73C63A2-B9AF-7489-3A6C-A0E425334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3623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DEDCCE-06EC-4885-C859-57DB94FD0DB8}"/>
              </a:ext>
            </a:extLst>
          </p:cNvPr>
          <p:cNvSpPr txBox="1"/>
          <p:nvPr/>
        </p:nvSpPr>
        <p:spPr>
          <a:xfrm>
            <a:off x="1952368" y="135924"/>
            <a:ext cx="288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effectLst/>
                <a:latin typeface="Helvetica" pitchFamily="2" charset="0"/>
              </a:rPr>
              <a:t>Revue de littérature</a:t>
            </a:r>
          </a:p>
        </p:txBody>
      </p:sp>
    </p:spTree>
    <p:extLst>
      <p:ext uri="{BB962C8B-B14F-4D97-AF65-F5344CB8AC3E}">
        <p14:creationId xmlns:p14="http://schemas.microsoft.com/office/powerpoint/2010/main" val="16380264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90</Words>
  <Application>Microsoft Macintosh PowerPoint</Application>
  <PresentationFormat>Panorámica</PresentationFormat>
  <Paragraphs>33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Barlow</vt:lpstr>
      <vt:lpstr>Barlow SemiBold</vt:lpstr>
      <vt:lpstr>Helvetica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onix</dc:creator>
  <cp:lastModifiedBy>onix</cp:lastModifiedBy>
  <cp:revision>1</cp:revision>
  <dcterms:created xsi:type="dcterms:W3CDTF">2024-09-09T22:51:08Z</dcterms:created>
  <dcterms:modified xsi:type="dcterms:W3CDTF">2024-09-09T23:12:50Z</dcterms:modified>
</cp:coreProperties>
</file>